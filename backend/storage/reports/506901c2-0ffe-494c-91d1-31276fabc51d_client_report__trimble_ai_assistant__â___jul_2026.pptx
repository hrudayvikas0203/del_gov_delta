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Client Report (Trimble AI Assistant) â€” Jul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AI-assisted delivery governance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Delivery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8138160" cy="1325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Delivery position: The Trimble AI Assistant project is currently at 0% average completion, with no status updates available from contributors.</a:t>
            </a:r>
          </a:p>
          <a:p>
            <a:pPr>
              <a:defRPr sz="1400" b="0">
                <a:solidFill>
                  <a:srgbClr val="0F172A"/>
                </a:solidFill>
              </a:defRPr>
            </a:pPr>
            <a:r>
              <a:t>Risk posture: The project's health distribution indicates no current blockers or red items, with no amber or green health indicators reported.</a:t>
            </a:r>
          </a:p>
          <a:p>
            <a:pPr>
              <a:defRPr sz="1400" b="0">
                <a:solidFill>
                  <a:srgbClr val="0F172A"/>
                </a:solidFill>
              </a:defRPr>
            </a:pPr>
            <a:r>
              <a:t>Leadership actions: Review the project's progress and contributor engagement, as the lack of status updates and 0% completion rate may indicate a need for renewed focus and oversight to ensure the project stays on track.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7955279" cy="2286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Scope: Project Rollup: Trimble AI Assistant project:7ca30d43-4791-4ada-96a5-2ebf4f18b017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7680960" cy="12344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Leadership Actions</a:t>
            </a:r>
          </a:p>
          <a:p>
            <a:pPr>
              <a:defRPr sz="1200" b="0">
                <a:solidFill>
                  <a:srgbClr val="475569"/>
                </a:solidFill>
              </a:defRPr>
            </a:pPr>
            <a:r>
              <a:t>- Continue weekly governance reviews and approval follow-up.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Delivery Status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D4ED8"/>
                </a:solidFill>
              </a:defRPr>
            </a:pPr>
            <a:r>
              <a:t>1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30552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D4ED8"/>
                </a:solidFill>
              </a:defRPr>
            </a:pPr>
            <a:r>
              <a:t>0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Updates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9624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0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Approved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68696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0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Blocked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87768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D97706"/>
                </a:solidFill>
              </a:defRPr>
            </a:pPr>
            <a:r>
              <a:t>0%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Avg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Health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77724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Green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2514600"/>
            <a:ext cx="320040" cy="20116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514600"/>
            <a:ext cx="41148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53512"/>
            <a:ext cx="77724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Amber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2953512"/>
            <a:ext cx="320040" cy="20116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53512"/>
            <a:ext cx="41148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92424"/>
            <a:ext cx="77724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3392424"/>
            <a:ext cx="320040" cy="20116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392424"/>
            <a:ext cx="41148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2148840"/>
            <a:ext cx="2743200" cy="1463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Interpretation</a:t>
            </a:r>
          </a:p>
          <a:p>
            <a:pPr>
              <a:defRPr sz="1100" b="0">
                <a:solidFill>
                  <a:srgbClr val="475569"/>
                </a:solidFill>
              </a:defRPr>
            </a:pPr>
            <a:r>
              <a:t>Green indicates on-track execution. Amber requires management follow-up. Red or blocker-backed items should be treated as escalation candidates for the next governance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Team Status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960120"/>
          <a:ext cx="8686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  <a:gridCol w="1447800"/>
              </a:tblGrid>
              <a:tr h="22402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Person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Health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Key Update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2402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Risks, Decisions, Next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7955279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No submitted risks or blockers are available for this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