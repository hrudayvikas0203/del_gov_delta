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Client Report — Jul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delivery governance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/>
            </a:pPr>
            <a:r>
              <a:t>Scope: Per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Health And Progress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2011680">
                <a:tc>
                  <a:txBody>
                    <a:bodyPr/>
                    <a:lstStyle/>
                    <a:p>
                      <a:r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</a:t>
                      </a:r>
                    </a:p>
                  </a:txBody>
                  <a:tcPr/>
                </a:tc>
              </a:tr>
              <a:tr h="2011680">
                <a:tc>
                  <a:txBody>
                    <a:bodyPr/>
                    <a:lstStyle/>
                    <a:p>
                      <a:r>
                        <a:t>Retail Banking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Meridian 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Decisions,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Banking Portal: LOW risk, GREEN health, Sprint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