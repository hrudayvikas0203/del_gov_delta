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Client Report (Fleet Dispatch Engine) — Jul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Client-ready delivery governance pack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Delivery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Scope: Project Rollup: Fleet Dispatch Engine project:proj-02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Health And Progress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97280"/>
          <a:ext cx="85039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2011680">
                <a:tc>
                  <a:txBody>
                    <a:bodyPr/>
                    <a:lstStyle/>
                    <a:p>
                      <a: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</a:t>
                      </a:r>
                    </a:p>
                  </a:txBody>
                  <a:tcPr/>
                </a:tc>
              </a:tr>
              <a:tr h="201168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Risks, Decisions, 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projects found for this scope.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