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(Clinical Analytics Dashboard)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Project Rollup: Clinical Analytics Dashboard project:proj-05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projects found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