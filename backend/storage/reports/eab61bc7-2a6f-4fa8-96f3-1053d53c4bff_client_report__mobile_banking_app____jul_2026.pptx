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Client Report (Mobile Banking App) — Jul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Client-ready delivery governance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Delivery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Scope: Project Rollup: Mobile Banking App project:proj-04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Health And Progress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8503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2011680">
                <a:tc>
                  <a:txBody>
                    <a:bodyPr/>
                    <a:lstStyle/>
                    <a:p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</a:tr>
              <a:tr h="20116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Risks, Decisions,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projects found for this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