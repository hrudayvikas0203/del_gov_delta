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Client Report (Suresh Babu) â€” Jul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AI-assisted delivery governance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Executive Delivery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8138160" cy="13258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1400" b="0">
                <a:solidFill>
                  <a:srgbClr val="0F172A"/>
                </a:solidFill>
              </a:defRPr>
            </a:pPr>
            <a:r>
              <a:t>Delivery position: The Patient Records Gateway project is currently at 25% completion, with one project and no reported blockers or red items, indicating a stable foundation.</a:t>
            </a:r>
          </a:p>
          <a:p>
            <a:pPr>
              <a:defRPr sz="1400" b="0">
                <a:solidFill>
                  <a:srgbClr val="0F172A"/>
                </a:solidFill>
              </a:defRPr>
            </a:pPr>
            <a:r>
              <a:t>Risk posture: The health distribution indicates no green, amber, or red flags, suggesting a low-risk profile for the project at this stage.</a:t>
            </a:r>
          </a:p>
          <a:p>
            <a:pPr>
              <a:defRPr sz="1400" b="0">
                <a:solidFill>
                  <a:srgbClr val="0F172A"/>
                </a:solidFill>
              </a:defRPr>
            </a:pPr>
            <a:r>
              <a:t>Leadership actions: Review and analysis of the project's progress are required to inform strategic decisions and ensure continued momentum, given the lack of status updates from contributors.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7955279" cy="22860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1000" b="1">
                <a:solidFill>
                  <a:srgbClr val="1D4ED8"/>
                </a:solidFill>
              </a:defRPr>
            </a:pPr>
            <a:r>
              <a:t>Scope: Individual Status: Suresh Babu project:1845cc1d-9ac8-4257-91af-48db11a5c6f2 employee:291030cb-329e-4bf7-9fd6-e9370f90e290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606040"/>
            <a:ext cx="7680960" cy="12344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1200" b="0">
                <a:solidFill>
                  <a:srgbClr val="475569"/>
                </a:solidFill>
              </a:defRPr>
            </a:pPr>
            <a:r>
              <a:t>Leadership Actions</a:t>
            </a:r>
          </a:p>
          <a:p>
            <a:pPr>
              <a:defRPr sz="1200" b="0">
                <a:solidFill>
                  <a:srgbClr val="475569"/>
                </a:solidFill>
              </a:defRPr>
            </a:pPr>
            <a:r>
              <a:t>- Continue weekly governance reviews and approval follow-up.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Delivery Status Dashboard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914400"/>
            <a:ext cx="1508760" cy="82296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>
              <a:defRPr sz="1900" b="1">
                <a:solidFill>
                  <a:srgbClr val="1D4ED8"/>
                </a:solidFill>
              </a:defRPr>
            </a:pPr>
            <a:r>
              <a:t>1</a:t>
            </a:r>
          </a:p>
          <a:p>
            <a:pPr>
              <a:defRPr sz="800" b="1">
                <a:solidFill>
                  <a:srgbClr val="475569"/>
                </a:solidFill>
              </a:defRPr>
            </a:pPr>
            <a:r>
              <a:t>Projects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30552" y="914400"/>
            <a:ext cx="1508760" cy="82296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>
              <a:defRPr sz="1900" b="1">
                <a:solidFill>
                  <a:srgbClr val="1D4ED8"/>
                </a:solidFill>
              </a:defRPr>
            </a:pPr>
            <a:r>
              <a:t>0</a:t>
            </a:r>
          </a:p>
          <a:p>
            <a:pPr>
              <a:defRPr sz="800" b="1">
                <a:solidFill>
                  <a:srgbClr val="475569"/>
                </a:solidFill>
              </a:defRPr>
            </a:pPr>
            <a:r>
              <a:t>Updates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9624" y="914400"/>
            <a:ext cx="1508760" cy="82296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>
              <a:defRPr sz="1900" b="1">
                <a:solidFill>
                  <a:srgbClr val="16A34A"/>
                </a:solidFill>
              </a:defRPr>
            </a:pPr>
            <a:r>
              <a:t>0</a:t>
            </a:r>
          </a:p>
          <a:p>
            <a:pPr>
              <a:defRPr sz="800" b="1">
                <a:solidFill>
                  <a:srgbClr val="475569"/>
                </a:solidFill>
              </a:defRPr>
            </a:pPr>
            <a:r>
              <a:t>Approved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68696" y="914400"/>
            <a:ext cx="1508760" cy="82296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>
              <a:defRPr sz="1900" b="1">
                <a:solidFill>
                  <a:srgbClr val="16A34A"/>
                </a:solidFill>
              </a:defRPr>
            </a:pPr>
            <a:r>
              <a:t>0</a:t>
            </a:r>
          </a:p>
          <a:p>
            <a:pPr>
              <a:defRPr sz="800" b="1">
                <a:solidFill>
                  <a:srgbClr val="475569"/>
                </a:solidFill>
              </a:defRPr>
            </a:pPr>
            <a:r>
              <a:t>Blocked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87768" y="914400"/>
            <a:ext cx="1508760" cy="82296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>
              <a:defRPr sz="1900" b="1">
                <a:solidFill>
                  <a:srgbClr val="D97706"/>
                </a:solidFill>
              </a:defRPr>
            </a:pPr>
            <a:r>
              <a:t>25%</a:t>
            </a:r>
          </a:p>
          <a:p>
            <a:pPr>
              <a:defRPr sz="800" b="1">
                <a:solidFill>
                  <a:srgbClr val="475569"/>
                </a:solidFill>
              </a:defRPr>
            </a:pPr>
            <a:r>
              <a:t>Avg Complete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2286000" cy="2743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Health Distribution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14600"/>
            <a:ext cx="777240" cy="20116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900" b="1">
                <a:solidFill>
                  <a:srgbClr val="475569"/>
                </a:solidFill>
              </a:defRPr>
            </a:pPr>
            <a:r>
              <a:t>Green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17320" y="2514600"/>
            <a:ext cx="320040" cy="201168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2514600"/>
            <a:ext cx="411480" cy="20116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900" b="1">
                <a:solidFill>
                  <a:srgbClr val="475569"/>
                </a:solidFill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953512"/>
            <a:ext cx="777240" cy="20116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900" b="1">
                <a:solidFill>
                  <a:srgbClr val="475569"/>
                </a:solidFill>
              </a:defRPr>
            </a:pPr>
            <a:r>
              <a:t>Amber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17320" y="2953512"/>
            <a:ext cx="320040" cy="201168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2953512"/>
            <a:ext cx="411480" cy="20116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900" b="1">
                <a:solidFill>
                  <a:srgbClr val="475569"/>
                </a:solidFill>
              </a:defRPr>
            </a:pPr>
            <a: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392424"/>
            <a:ext cx="777240" cy="20116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900" b="1">
                <a:solidFill>
                  <a:srgbClr val="475569"/>
                </a:solidFill>
              </a:defRPr>
            </a:pPr>
            <a:r>
              <a:t>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17320" y="3392424"/>
            <a:ext cx="320040" cy="201168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3392424"/>
            <a:ext cx="411480" cy="20116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900" b="1">
                <a:solidFill>
                  <a:srgbClr val="475569"/>
                </a:solidFill>
              </a:defRPr>
            </a:pPr>
            <a: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0" y="2148840"/>
            <a:ext cx="2743200" cy="1463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1100" b="0">
                <a:solidFill>
                  <a:srgbClr val="475569"/>
                </a:solidFill>
              </a:defRPr>
            </a:pPr>
            <a:r>
              <a:t>Interpretation</a:t>
            </a:r>
          </a:p>
          <a:p>
            <a:pPr>
              <a:defRPr sz="1100" b="0">
                <a:solidFill>
                  <a:srgbClr val="475569"/>
                </a:solidFill>
              </a:defRPr>
            </a:pPr>
            <a:r>
              <a:t>Green indicates on-track execution. Amber requires management follow-up. Red or blocker-backed items should be treated as escalation candidates for the next governance review.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Team Status Detail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28600" y="960120"/>
          <a:ext cx="8686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  <a:gridCol w="1447800"/>
              </a:tblGrid>
              <a:tr h="2240280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Person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Project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Period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Health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Complete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Key Update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224028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Risks, Decisions, Next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7955279" cy="4114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1300" b="0">
                <a:solidFill>
                  <a:srgbClr val="475569"/>
                </a:solidFill>
              </a:defRPr>
            </a:pPr>
            <a:r>
              <a:t>No submitted risks or blockers are available for this scope.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