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Client Experience Modernization Demo - Client Delivery Status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AI-assisted delivery governance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Delivery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8138160" cy="1325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400" b="0">
                <a:solidFill>
                  <a:srgbClr val="0F172A"/>
                </a:solidFill>
              </a:defRPr>
            </a:pPr>
            <a:r>
              <a:t>Client Experience Modernization Demo - Client Delivery Status covers 1 project(s) and 4 status update(s). Average completion is 72%, with 0 approved status update(s) and 2 blocker or red-health item(s). Current governance attention should focus on no critical project-level risk currently flagged. The recommended leadership action is to close blockers, confirm dependencies, and keep weekly approvals current.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7955279" cy="2286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Scope: Project Rollup: Client Experience Modernization Demo project:proj-demo-e2e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7680960" cy="12344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Leadership Actions</a:t>
            </a:r>
          </a:p>
          <a:p>
            <a:pPr>
              <a:defRPr sz="1200" b="0">
                <a:solidFill>
                  <a:srgbClr val="475569"/>
                </a:solidFill>
              </a:defRPr>
            </a:pPr>
            <a:r>
              <a:t>- Leadership decision required.</a:t>
            </a:r>
          </a:p>
          <a:p>
            <a:pPr>
              <a:defRPr sz="1200" b="0">
                <a:solidFill>
                  <a:srgbClr val="475569"/>
                </a:solidFill>
              </a:defRPr>
            </a:pPr>
            <a:r>
              <a:t>- Leadership decision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Delivery Status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1D4ED8"/>
                </a:solidFill>
              </a:defRPr>
            </a:pPr>
            <a:r>
              <a:t>1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30552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1D4ED8"/>
                </a:solidFill>
              </a:defRPr>
            </a:pPr>
            <a:r>
              <a:t>4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Updates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9624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0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Approved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68696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DC2626"/>
                </a:solidFill>
              </a:defRPr>
            </a:pPr>
            <a:r>
              <a:t>2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Blocked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87768" y="914400"/>
            <a:ext cx="1508760" cy="8229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72%</a:t>
            </a:r>
          </a:p>
          <a:p>
            <a:pPr>
              <a:defRPr sz="800" b="1">
                <a:solidFill>
                  <a:srgbClr val="475569"/>
                </a:solidFill>
              </a:defRPr>
            </a:pPr>
            <a:r>
              <a:t>Avg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Health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77724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Green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2514600"/>
            <a:ext cx="3794759" cy="20116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514600"/>
            <a:ext cx="41148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53512"/>
            <a:ext cx="77724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Amber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2953512"/>
            <a:ext cx="3794759" cy="20116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53512"/>
            <a:ext cx="41148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92424"/>
            <a:ext cx="77724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3392424"/>
            <a:ext cx="320040" cy="20116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392424"/>
            <a:ext cx="411480" cy="201168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900" b="1">
                <a:solidFill>
                  <a:srgbClr val="475569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2148840"/>
            <a:ext cx="2743200" cy="1463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100" b="0">
                <a:solidFill>
                  <a:srgbClr val="475569"/>
                </a:solidFill>
              </a:defRPr>
            </a:pPr>
            <a:r>
              <a:t>Interpretation</a:t>
            </a:r>
          </a:p>
          <a:p>
            <a:pPr>
              <a:defRPr sz="1100" b="0">
                <a:solidFill>
                  <a:srgbClr val="475569"/>
                </a:solidFill>
              </a:defRPr>
            </a:pPr>
            <a:r>
              <a:t>Green indicates on-track execution. Amber requires management follow-up. Red or blocker-backed items should be treated as escalation candidates for the next governance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Team Status Detail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960120"/>
          <a:ext cx="8686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  <a:gridCol w="1447800"/>
              </a:tblGrid>
              <a:tr h="896112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Person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Health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Key Update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Ananya 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Client Experience Modernization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28 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Completed responsive client dashboard shell and connected account summary APIs.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Arjun Patel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Client Experience Modernization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28 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Delivered Groq-backed summary service and API retry handling.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Meera Krishnan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Client Experience Modernization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28 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Completed regression suite for status submission and approvals.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</a:defRPr>
                      </a:pPr>
                      <a:r>
                        <a:t>Vikram Desai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Client Experience Modernization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28 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</a:defRPr>
                      </a:pPr>
                      <a:r>
                        <a:t>Closed architecture review for allocation-driven reporting scopes.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Risks, Decisions, Next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920240" cy="2286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Client Experience Modernization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960120"/>
            <a:ext cx="61264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Risk: Waiting for final production API rate-limit confirmation.</a:t>
            </a:r>
          </a:p>
          <a:p>
            <a:pPr>
              <a:defRPr sz="1000" b="0">
                <a:solidFill>
                  <a:srgbClr val="475569"/>
                </a:solidFill>
              </a:defRPr>
            </a:pPr>
            <a:r>
              <a:t>Action: Leadership decision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920240" cy="2286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t>Client Experience Modernization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645920"/>
            <a:ext cx="61264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000" b="0">
                <a:solidFill>
                  <a:srgbClr val="475569"/>
                </a:solidFill>
              </a:defRPr>
            </a:pPr>
            <a:r>
              <a:t>Risk: Needs decision on client-facing data retention wording.</a:t>
            </a:r>
          </a:p>
          <a:p>
            <a:pPr>
              <a:defRPr sz="1000" b="0">
                <a:solidFill>
                  <a:srgbClr val="475569"/>
                </a:solidFill>
              </a:defRPr>
            </a:pPr>
            <a:r>
              <a:t>Action: Leadership decision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